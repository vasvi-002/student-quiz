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354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05840"/>
            <a:ext cx="4114800" cy="4114800"/>
          </a:xfrm>
          <a:prstGeom prst="ellipse">
            <a:avLst/>
          </a:prstGeom>
          <a:solidFill>
            <a:srgbClr val="1A7F8E">
              <a:alpha val="22000"/>
            </a:srgbClr>
          </a:solidFill>
          <a:ln w="12700">
            <a:solidFill>
              <a:srgbClr val="1A7F8E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474720"/>
            <a:ext cx="2743200" cy="2743200"/>
          </a:xfrm>
          <a:prstGeom prst="ellipse">
            <a:avLst/>
          </a:prstGeom>
          <a:solidFill>
            <a:srgbClr val="3BAEC6">
              <a:alpha val="18000"/>
            </a:srgbClr>
          </a:solidFill>
          <a:ln w="12700">
            <a:solidFill>
              <a:srgbClr val="3BAEC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80160"/>
            <a:ext cx="73152" cy="146304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07008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Management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85800" y="19933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3BAE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281635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· Tkinter · SQLite Desktop Application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70560" y="3310128"/>
            <a:ext cx="1792224" cy="347472"/>
          </a:xfrm>
          <a:prstGeom prst="rect">
            <a:avLst/>
          </a:prstGeom>
          <a:solidFill>
            <a:srgbClr val="1D4D6B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685800" y="331012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60904" y="3310128"/>
            <a:ext cx="1792224" cy="347472"/>
          </a:xfrm>
          <a:prstGeom prst="rect">
            <a:avLst/>
          </a:prstGeom>
          <a:solidFill>
            <a:srgbClr val="1D4D6B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60904" y="331012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36008" y="3310128"/>
            <a:ext cx="1792224" cy="347472"/>
          </a:xfrm>
          <a:prstGeom prst="rect">
            <a:avLst/>
          </a:prstGeom>
          <a:solidFill>
            <a:srgbClr val="1D4D6B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36008" y="331012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11112" y="331012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479145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54864"/>
            <a:ext cx="8577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577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all topics covered in this presentation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822960"/>
            <a:ext cx="4279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822960"/>
            <a:ext cx="493776" cy="713232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22960"/>
            <a:ext cx="493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877824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17043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and purpose of the system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1664208"/>
            <a:ext cx="4279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1664208"/>
            <a:ext cx="493776" cy="713232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664208"/>
            <a:ext cx="493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1719072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011680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Python files and their roles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505456"/>
            <a:ext cx="4279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505456"/>
            <a:ext cx="493776" cy="713232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505456"/>
            <a:ext cx="493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56032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Interaction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852928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modules communicate with each other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3346704"/>
            <a:ext cx="4279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346704"/>
            <a:ext cx="493776" cy="713232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346704"/>
            <a:ext cx="493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40156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Flowchart — Login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694176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login and register flow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4187952"/>
            <a:ext cx="4279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4187952"/>
            <a:ext cx="493776" cy="713232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187952"/>
            <a:ext cx="493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424281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Flowchart — Quiz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4535424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quiz attempt flow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28032" y="822960"/>
            <a:ext cx="4279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28032" y="822960"/>
            <a:ext cx="493776" cy="713232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822960"/>
            <a:ext cx="493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877824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Structures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117043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schema and in-memory structures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28032" y="1664208"/>
            <a:ext cx="4279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28032" y="1664208"/>
            <a:ext cx="493776" cy="713232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1664208"/>
            <a:ext cx="493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94960" y="1719072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94960" y="2011680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score calculation and timer logic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28032" y="2505456"/>
            <a:ext cx="4279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28032" y="2505456"/>
            <a:ext cx="493776" cy="713232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2505456"/>
            <a:ext cx="493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94960" y="256032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/ Output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94960" y="2852928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accepts and produces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28032" y="3346704"/>
            <a:ext cx="4279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28032" y="3346704"/>
            <a:ext cx="493776" cy="713232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3346704"/>
            <a:ext cx="493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394960" y="340156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Understanding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394960" y="3694176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patterns and decisions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28032" y="4187952"/>
            <a:ext cx="42793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28032" y="4187952"/>
            <a:ext cx="493776" cy="713232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28032" y="4187952"/>
            <a:ext cx="493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394960" y="424281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394960" y="4535424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learning outcomes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54864"/>
            <a:ext cx="8577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577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system is designed to accomplish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841248"/>
            <a:ext cx="844905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841248"/>
            <a:ext cx="475488" cy="713232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41248"/>
            <a:ext cx="475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91440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 Quiz Administration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18872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 paper-based quizzes with a fully digital, timed, self-scoring platform.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682496"/>
            <a:ext cx="844905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1682496"/>
            <a:ext cx="475488" cy="713232"/>
          </a:xfrm>
          <a:prstGeom prst="rect">
            <a:avLst/>
          </a:prstGeom>
          <a:solidFill>
            <a:srgbClr val="3BAEC6"/>
          </a:solidFill>
          <a:ln w="12700">
            <a:solidFill>
              <a:srgbClr val="3BAE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682496"/>
            <a:ext cx="475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175564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Access Control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02996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portals: Admin (create/manage content) and Student (take quizzes only).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523744"/>
            <a:ext cx="844905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523744"/>
            <a:ext cx="475488" cy="713232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523744"/>
            <a:ext cx="475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25968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 Reporting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87121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every attempt in SQLite; give admins gradebooks and per-student progress views.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364992"/>
            <a:ext cx="844905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364992"/>
            <a:ext cx="475488" cy="713232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364992"/>
            <a:ext cx="475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343814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Exam Experience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71246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JEE-style countdown timer, colour-coded question palette, mark-for-review, auto-submit.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4206240"/>
            <a:ext cx="844905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4206240"/>
            <a:ext cx="475488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206240"/>
            <a:ext cx="475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427939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 Integration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455371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Bulk-import questions from .xlsx and export the gradebook as a styled Excel workbook.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54864"/>
            <a:ext cx="8577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577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Python files — each with a single, clear responsibility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224528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224528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229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Module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75888" y="841248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2336" y="128016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 validates username + password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" y="178308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screen enforces min 4-char password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2336" y="228600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user to Admin or Student dashboard based on role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36592" y="822960"/>
            <a:ext cx="4224528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36592" y="822960"/>
            <a:ext cx="4224528" cy="402336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8229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Module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38160" y="841248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admin.py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64608" y="128016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Edit / Delete quizzes and questions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64608" y="178308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student attempts (gradebook)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64608" y="228600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progress tracker; Excel import &amp; export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4224528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26080"/>
            <a:ext cx="4224528" cy="402336"/>
          </a:xfrm>
          <a:prstGeom prst="rect">
            <a:avLst/>
          </a:prstGeom>
          <a:solidFill>
            <a:srgbClr val="3BAEC6"/>
          </a:solidFill>
          <a:ln w="12700">
            <a:solidFill>
              <a:srgbClr val="3BAE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2608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Module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75888" y="2944368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student.py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2336" y="338328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search available quizzes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2336" y="388620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JEE-style timed quiz with question palette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2336" y="438912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Mark-for-review, clear, auto-submit; grade + answer review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36592" y="2926080"/>
            <a:ext cx="4224528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36592" y="2926080"/>
            <a:ext cx="4224528" cy="402336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92608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Module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38160" y="2944368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db.py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64608" y="338328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sqlite3: fetch_one / fetch_all / run_query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64608" y="388620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users, quizzes, questions, options, attempts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64608" y="4389120"/>
            <a:ext cx="3968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deletes; auto-init DB with default admin on first run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54864"/>
            <a:ext cx="8577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Interaction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577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four files communicate at runtime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46120" y="9144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46120" y="914400"/>
            <a:ext cx="2651760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9144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main.py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37560" y="1280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 ·  Login  ·  Register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578608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A7F8E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" y="2578608"/>
            <a:ext cx="2834640" cy="329184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5786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admin.py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8912" y="29443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CRUD  ·  Gradebook  ·  Excel I/O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61888" y="2578608"/>
            <a:ext cx="28346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61888" y="2578608"/>
            <a:ext cx="2834640" cy="329184"/>
          </a:xfrm>
          <a:prstGeom prst="rect">
            <a:avLst/>
          </a:prstGeom>
          <a:solidFill>
            <a:srgbClr val="3BAEC6"/>
          </a:solidFill>
          <a:ln w="12700">
            <a:solidFill>
              <a:srgbClr val="3BAE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53328" y="25786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student.py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53328" y="29443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 ·  Take Quiz  ·  Results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3767328"/>
            <a:ext cx="26517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A317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3767328"/>
            <a:ext cx="2651760" cy="329184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37673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db.py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37560" y="41330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 ·  All DB operations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28800" y="1389888"/>
            <a:ext cx="1417320" cy="0"/>
          </a:xfrm>
          <a:prstGeom prst="line">
            <a:avLst/>
          </a:prstGeom>
          <a:noFill/>
          <a:ln w="22860">
            <a:solidFill>
              <a:srgbClr val="1A7F8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0" y="1389888"/>
            <a:ext cx="0" cy="1188720"/>
          </a:xfrm>
          <a:prstGeom prst="line">
            <a:avLst/>
          </a:prstGeom>
          <a:noFill/>
          <a:ln w="22860">
            <a:solidFill>
              <a:srgbClr val="1A7F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65376" y="21945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= admin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97880" y="1389888"/>
            <a:ext cx="1481328" cy="0"/>
          </a:xfrm>
          <a:prstGeom prst="line">
            <a:avLst/>
          </a:prstGeom>
          <a:noFill/>
          <a:ln w="22860">
            <a:solidFill>
              <a:srgbClr val="3BAEC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79208" y="1389888"/>
            <a:ext cx="0" cy="1188720"/>
          </a:xfrm>
          <a:prstGeom prst="line">
            <a:avLst/>
          </a:prstGeom>
          <a:noFill/>
          <a:ln w="22860">
            <a:solidFill>
              <a:srgbClr val="3BAE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2194560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3BA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= student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0" y="3566160"/>
            <a:ext cx="0" cy="201168"/>
          </a:xfrm>
          <a:prstGeom prst="line">
            <a:avLst/>
          </a:prstGeom>
          <a:noFill/>
          <a:ln w="22860">
            <a:solidFill>
              <a:srgbClr val="E8A31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0" y="3767328"/>
            <a:ext cx="1417320" cy="0"/>
          </a:xfrm>
          <a:prstGeom prst="line">
            <a:avLst/>
          </a:prstGeom>
          <a:noFill/>
          <a:ln w="22860">
            <a:solidFill>
              <a:srgbClr val="E8A31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79208" y="3566160"/>
            <a:ext cx="0" cy="201168"/>
          </a:xfrm>
          <a:prstGeom prst="line">
            <a:avLst/>
          </a:prstGeom>
          <a:noFill/>
          <a:ln w="22860">
            <a:solidFill>
              <a:srgbClr val="E8A31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3767328"/>
            <a:ext cx="1481328" cy="0"/>
          </a:xfrm>
          <a:prstGeom prst="line">
            <a:avLst/>
          </a:prstGeom>
          <a:noFill/>
          <a:ln w="22860">
            <a:solidFill>
              <a:srgbClr val="E8A3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65760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88352" y="36576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db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7472" y="4846320"/>
            <a:ext cx="8449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B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admin.py and student.py both import db.py for all data access. main.py routes the user based on their role.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54864"/>
            <a:ext cx="8577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Flowchart — Login &amp; Register 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577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main.py: show_login() and show_register()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772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FLOW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" y="1005840"/>
            <a:ext cx="1645920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10058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83080" y="1353312"/>
            <a:ext cx="0" cy="201168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554480"/>
            <a:ext cx="1920240" cy="384048"/>
          </a:xfrm>
          <a:prstGeom prst="rect">
            <a:avLst/>
          </a:prstGeom>
          <a:solidFill>
            <a:srgbClr val="F2F8FA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15544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Username &amp; Password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83080" y="1938528"/>
            <a:ext cx="0" cy="201168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139696"/>
            <a:ext cx="210312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13969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empty?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834640" y="2340864"/>
            <a:ext cx="45720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223113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-&gt; Error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83080" y="2542032"/>
            <a:ext cx="0" cy="201168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9656" y="257860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" y="2743200"/>
            <a:ext cx="210312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274320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found in DB?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34640" y="2944368"/>
            <a:ext cx="45720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28346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-&gt; Wrong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783080" y="3145536"/>
            <a:ext cx="0" cy="201168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19656" y="316382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1520" y="3346704"/>
            <a:ext cx="210312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3346704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= admin?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834640" y="3547872"/>
            <a:ext cx="457200" cy="0"/>
          </a:xfrm>
          <a:prstGeom prst="line">
            <a:avLst/>
          </a:prstGeom>
          <a:noFill/>
          <a:ln w="19050">
            <a:solidFill>
              <a:srgbClr val="1A7F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343814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-&gt; Admin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783080" y="3749040"/>
            <a:ext cx="0" cy="201168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19656" y="376732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22960" y="3950208"/>
            <a:ext cx="1920240" cy="365760"/>
          </a:xfrm>
          <a:prstGeom prst="rect">
            <a:avLst/>
          </a:prstGeom>
          <a:solidFill>
            <a:srgbClr val="3BAEC6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2960" y="39502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83080" y="4315968"/>
            <a:ext cx="0" cy="201168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" y="4517136"/>
            <a:ext cx="1645920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60120" y="451713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03520" y="7772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 FLOW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77840" y="1005840"/>
            <a:ext cx="1737360" cy="34747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77840" y="10058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Register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46520" y="1353312"/>
            <a:ext cx="0" cy="201168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94960" y="1554480"/>
            <a:ext cx="2103120" cy="384048"/>
          </a:xfrm>
          <a:prstGeom prst="rect">
            <a:avLst/>
          </a:prstGeom>
          <a:solidFill>
            <a:srgbClr val="F2F8FA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394960" y="15544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Username &amp; Password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46520" y="1938528"/>
            <a:ext cx="0" cy="201168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12080" y="2139696"/>
            <a:ext cx="246888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212080" y="213969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empty?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680960" y="2340864"/>
            <a:ext cx="50292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02168" y="223113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-&gt; Error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446520" y="2542032"/>
            <a:ext cx="0" cy="201168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12080" y="2743200"/>
            <a:ext cx="246888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5212080" y="274320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&lt; 4 chars?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680960" y="2944368"/>
            <a:ext cx="50292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02168" y="283464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-&gt; Error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446520" y="3145536"/>
            <a:ext cx="0" cy="201168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212080" y="3346704"/>
            <a:ext cx="246888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212080" y="334670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taken?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680960" y="3547872"/>
            <a:ext cx="50292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02168" y="3438144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-&gt; Error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446520" y="3749040"/>
            <a:ext cx="0" cy="201168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94960" y="3950208"/>
            <a:ext cx="2103120" cy="365760"/>
          </a:xfrm>
          <a:prstGeom prst="rect">
            <a:avLst/>
          </a:prstGeom>
          <a:solidFill>
            <a:srgbClr val="1A7F8E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394960" y="39502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DB -&gt; back to Login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446520" y="4315968"/>
            <a:ext cx="0" cy="201168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77840" y="4517136"/>
            <a:ext cx="1737360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577840" y="451713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54864"/>
            <a:ext cx="8577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Flowchart — Quiz Attempt 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577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student.py: open_quiz_window() and do_submit()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17520" y="786384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ATTEMPT FLOW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29000" y="987552"/>
            <a:ext cx="2286000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9875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selects a quiz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335024"/>
            <a:ext cx="0" cy="201168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536192"/>
            <a:ext cx="265176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53619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has questions?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897880" y="1737360"/>
            <a:ext cx="50292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627632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-&gt; Info msg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1938528"/>
            <a:ext cx="0" cy="201168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1956816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46120" y="2139696"/>
            <a:ext cx="2651760" cy="402336"/>
          </a:xfrm>
          <a:prstGeom prst="rect">
            <a:avLst/>
          </a:prstGeom>
          <a:solidFill>
            <a:srgbClr val="1A7F8E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46120" y="213969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options  |  Start countdown timer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2542032"/>
            <a:ext cx="0" cy="201168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2743200"/>
            <a:ext cx="2651760" cy="457200"/>
          </a:xfrm>
          <a:prstGeom prst="rect">
            <a:avLst/>
          </a:prstGeom>
          <a:solidFill>
            <a:srgbClr val="F2F8FA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46120" y="2743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question + colour-coded palette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visited / answered / marked / skipped)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3200400"/>
            <a:ext cx="0" cy="201168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401568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action: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3401568"/>
            <a:ext cx="1572768" cy="51206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7472" y="3401568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03120" y="3401568"/>
            <a:ext cx="1572768" cy="512064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103120" y="3401568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Mark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58768" y="3401568"/>
            <a:ext cx="1572768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58768" y="3401568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Skip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14416" y="3401568"/>
            <a:ext cx="1572768" cy="512064"/>
          </a:xfrm>
          <a:prstGeom prst="rect">
            <a:avLst/>
          </a:prstGeom>
          <a:solidFill>
            <a:srgbClr val="3BAEC6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14416" y="3401568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70064" y="3401568"/>
            <a:ext cx="1572768" cy="5120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70064" y="3401568"/>
            <a:ext cx="157276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Up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3913632"/>
            <a:ext cx="0" cy="201168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080" y="4114800"/>
            <a:ext cx="329184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926080" y="411480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score: sum marks where selected = correct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4517136"/>
            <a:ext cx="0" cy="164592"/>
          </a:xfrm>
          <a:prstGeom prst="line">
            <a:avLst/>
          </a:prstGeom>
          <a:noFill/>
          <a:ln w="19050">
            <a:solidFill>
              <a:srgbClr val="4A70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46120" y="4681728"/>
            <a:ext cx="2651760" cy="329184"/>
          </a:xfrm>
          <a:prstGeom prst="rect">
            <a:avLst/>
          </a:prstGeom>
          <a:solidFill>
            <a:srgbClr val="1A7F8E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246120" y="468172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DB  |  Show Grade  |  Review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54864"/>
            <a:ext cx="8577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Structures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577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schema (5 tables) + key in-memory structures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822960"/>
            <a:ext cx="272491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822960"/>
            <a:ext cx="2724912" cy="3108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82296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1133856"/>
            <a:ext cx="2724912" cy="301752"/>
          </a:xfrm>
          <a:prstGeom prst="rect">
            <a:avLst/>
          </a:prstGeom>
          <a:solidFill>
            <a:srgbClr val="F2F8FA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133856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 PK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1444752"/>
            <a:ext cx="272491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444752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  UNIQUE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1755648"/>
            <a:ext cx="2724912" cy="301752"/>
          </a:xfrm>
          <a:prstGeom prst="rect">
            <a:avLst/>
          </a:prstGeom>
          <a:solidFill>
            <a:srgbClr val="F2F8FA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755648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066544"/>
            <a:ext cx="272491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066544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  (admin/student)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18688" y="822960"/>
            <a:ext cx="272491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822960"/>
            <a:ext cx="2724912" cy="310896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82296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quizzes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18688" y="1133856"/>
            <a:ext cx="2724912" cy="301752"/>
          </a:xfrm>
          <a:prstGeom prst="rect">
            <a:avLst/>
          </a:prstGeom>
          <a:solidFill>
            <a:srgbClr val="F2F8FA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1133856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quiz_id  PK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18688" y="1444752"/>
            <a:ext cx="272491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1444752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18688" y="1755648"/>
            <a:ext cx="2724912" cy="301752"/>
          </a:xfrm>
          <a:prstGeom prst="rect">
            <a:avLst/>
          </a:prstGeom>
          <a:solidFill>
            <a:srgbClr val="F2F8FA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1755648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time_limit (min)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9904" y="822960"/>
            <a:ext cx="2724912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9904" y="822960"/>
            <a:ext cx="2724912" cy="310896"/>
          </a:xfrm>
          <a:prstGeom prst="rect">
            <a:avLst/>
          </a:prstGeom>
          <a:solidFill>
            <a:srgbClr val="3BAEC6"/>
          </a:solidFill>
          <a:ln w="12700">
            <a:solidFill>
              <a:srgbClr val="3BAE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82296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89904" y="1133856"/>
            <a:ext cx="2724912" cy="301752"/>
          </a:xfrm>
          <a:prstGeom prst="rect">
            <a:avLst/>
          </a:prstGeom>
          <a:solidFill>
            <a:srgbClr val="F2F8FA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1133856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question_id  PK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9904" y="1444752"/>
            <a:ext cx="272491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1444752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quiz_id  FK -&gt; quizzes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89904" y="1755648"/>
            <a:ext cx="2724912" cy="301752"/>
          </a:xfrm>
          <a:prstGeom prst="rect">
            <a:avLst/>
          </a:prstGeom>
          <a:solidFill>
            <a:srgbClr val="F2F8FA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81344" y="1755648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question_text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89904" y="2066544"/>
            <a:ext cx="272491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81344" y="2066544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7472" y="2468880"/>
            <a:ext cx="4169664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47472" y="2468880"/>
            <a:ext cx="4169664" cy="310896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24688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47472" y="2779776"/>
            <a:ext cx="4169664" cy="274320"/>
          </a:xfrm>
          <a:prstGeom prst="rect">
            <a:avLst/>
          </a:prstGeom>
          <a:solidFill>
            <a:srgbClr val="F2F8FA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277977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option_id  PK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7472" y="3054096"/>
            <a:ext cx="41696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305409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question_id  FK -&gt; questions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7472" y="3328416"/>
            <a:ext cx="4169664" cy="274320"/>
          </a:xfrm>
          <a:prstGeom prst="rect">
            <a:avLst/>
          </a:prstGeom>
          <a:solidFill>
            <a:srgbClr val="F2F8FA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332841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option_text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47472" y="3602736"/>
            <a:ext cx="41696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" y="360273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is_correct (0/1)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2468880"/>
            <a:ext cx="4169664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2468880"/>
            <a:ext cx="4169664" cy="310896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28032" y="24688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754880" y="2779776"/>
            <a:ext cx="4169664" cy="274320"/>
          </a:xfrm>
          <a:prstGeom prst="rect">
            <a:avLst/>
          </a:prstGeom>
          <a:solidFill>
            <a:srgbClr val="F2F8FA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277977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attempt_id  PK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54880" y="3054096"/>
            <a:ext cx="41696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305409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 FK -&gt; users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54880" y="3328416"/>
            <a:ext cx="4169664" cy="274320"/>
          </a:xfrm>
          <a:prstGeom prst="rect">
            <a:avLst/>
          </a:prstGeom>
          <a:solidFill>
            <a:srgbClr val="F2F8FA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0" y="332841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quiz_id  FK -&gt; quizzes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54880" y="3602736"/>
            <a:ext cx="4169664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360273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754880" y="3877056"/>
            <a:ext cx="4169664" cy="274320"/>
          </a:xfrm>
          <a:prstGeom prst="rect">
            <a:avLst/>
          </a:prstGeom>
          <a:solidFill>
            <a:srgbClr val="F2F8FA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46320" y="387705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47472" y="4251960"/>
            <a:ext cx="8449056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A7F8E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475488" y="42793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In-Memory Structures (student.py quiz window)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75488" y="451713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F0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student_answers: {q_id -&gt; option_id}     marked_set: set of indices     options_for: {q_id -&gt; [shuffled options]}     all_quizzes / shown_quizzes: list of tuples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54864"/>
            <a:ext cx="8577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577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algorithms that power the system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822960"/>
            <a:ext cx="8449056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822960"/>
            <a:ext cx="8449056" cy="32918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8229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Algorithm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188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Collect username and password from input fields.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380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Reject immediately if either field is blank.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57276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Run: SELECT * FROM users WHERE username=? AND password=?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7647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No row returned -&gt; display "Wrong credentials" error and stop.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19568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Read role: if "admin" -&gt; Admin Dashboard; else -&gt; Student Dashboard.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249424"/>
            <a:ext cx="8449056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249424"/>
            <a:ext cx="8449056" cy="329184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2494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Calculation Algorithm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26151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For each question: look up the option_id the student selected.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28072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Check is_correct for that option_id in the options_for dictionary.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" y="29992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If is_correct = 1, add the question marks to the running total.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319125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INSERT (user_id, quiz_id, score, "completed") into attempts table.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" y="33832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Percentage = score / max_score x 100  -&gt;  assign grade S/A/B/C/D/F.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3675888"/>
            <a:ext cx="8449056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3675888"/>
            <a:ext cx="8449056" cy="329184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6758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Countdown Timer Algorithm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" y="40416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On quiz start: secs_left = time_limit x 60.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" y="4233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tick() is scheduled every 1000 ms via win.after(1000, tick).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" y="442569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Each tick: secs_left -= 1; update MM:SS display label.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At &lt;= 60s: label turns orange; at &lt;= 30s: turns red (urgency cue).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" y="4809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At 0s: call do_submit() automatically; no further ticks scheduled.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54864"/>
            <a:ext cx="8577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/ Output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577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accepts from users and what it produces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4224528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04672"/>
            <a:ext cx="4224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804672"/>
            <a:ext cx="4224528" cy="347472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804672"/>
            <a:ext cx="42245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1225296"/>
            <a:ext cx="4224528" cy="585216"/>
          </a:xfrm>
          <a:prstGeom prst="rect">
            <a:avLst/>
          </a:prstGeom>
          <a:solidFill>
            <a:srgbClr val="F2F8FA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7101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Screen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151790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(string), Password (string)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1865376"/>
            <a:ext cx="422452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1109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15798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username, password (min 4 chars)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505456"/>
            <a:ext cx="4224528" cy="585216"/>
          </a:xfrm>
          <a:prstGeom prst="rect">
            <a:avLst/>
          </a:prstGeom>
          <a:solidFill>
            <a:srgbClr val="F2F8FA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5117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Quiz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279806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(string), time limit (integer, minutes)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3145536"/>
            <a:ext cx="422452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9125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Question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43814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text, marks, 4 options, correct option (A-D)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3785616"/>
            <a:ext cx="4224528" cy="585216"/>
          </a:xfrm>
          <a:prstGeom prst="rect">
            <a:avLst/>
          </a:prstGeom>
          <a:solidFill>
            <a:srgbClr val="F2F8FA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3133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Attempt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07822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selection per question (stores option_id)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4425696"/>
            <a:ext cx="422452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7141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 Import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71830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.xlsx: quiz, time, question, marks, A, B, C, D, correct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1225296"/>
            <a:ext cx="4224528" cy="585216"/>
          </a:xfrm>
          <a:prstGeom prst="rect">
            <a:avLst/>
          </a:prstGeom>
          <a:solidFill>
            <a:srgbClr val="F2F8FA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127101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F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Result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81728" y="151790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 or Student Dashboard opened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0" y="1865376"/>
            <a:ext cx="422452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81728" y="191109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F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81728" y="215798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message; new row saved in users table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2505456"/>
            <a:ext cx="4224528" cy="585216"/>
          </a:xfrm>
          <a:prstGeom prst="rect">
            <a:avLst/>
          </a:prstGeom>
          <a:solidFill>
            <a:srgbClr val="F2F8FA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255117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F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List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81728" y="279806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Scrollable list of quizzes with time limits displayed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0" y="3145536"/>
            <a:ext cx="422452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319125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F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Result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681728" y="343814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(S/A/B/C/D/F), score, percentage, visual bar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0" y="3785616"/>
            <a:ext cx="4224528" cy="585216"/>
          </a:xfrm>
          <a:prstGeom prst="rect">
            <a:avLst/>
          </a:prstGeom>
          <a:solidFill>
            <a:srgbClr val="F2F8FA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1728" y="383133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F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Review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681728" y="407822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Per-question: correct / wrong / skipped colour feedback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0" y="4425696"/>
            <a:ext cx="4224528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81728" y="4471416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F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 Export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681728" y="4718304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.xlsx gradebook: one sheet per quiz + summary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54864"/>
            <a:ext cx="8577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Understanding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475488"/>
            <a:ext cx="8577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patterns and programming concepts applied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822960"/>
            <a:ext cx="844905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932688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896112"/>
            <a:ext cx="7717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Separation of Concerns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9264" y="1170432"/>
            <a:ext cx="7717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has exactly one job. db.py handles all SQL; admin.py and student.py handle UI only. This keeps the code maintainable and easy to extend.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664208"/>
            <a:ext cx="844905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2336" y="1773936"/>
            <a:ext cx="457200" cy="45720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773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9264" y="1737360"/>
            <a:ext cx="7717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8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Foreign Key CASCADE Deletes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9264" y="2011680"/>
            <a:ext cx="7717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 foreign_keys = ON enables SQLite CASCADE. Deleting a quiz automatically removes its questions, options, and all student attempts — zero orphan data.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505456"/>
            <a:ext cx="844905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2336" y="2615184"/>
            <a:ext cx="457200" cy="457200"/>
          </a:xfrm>
          <a:prstGeom prst="ellipse">
            <a:avLst/>
          </a:prstGeom>
          <a:solidFill>
            <a:srgbClr val="3BAEC6"/>
          </a:solidFill>
          <a:ln w="12700">
            <a:solidFill>
              <a:srgbClr val="3BAE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615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9264" y="2578608"/>
            <a:ext cx="7717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AE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 Shuffling (random.shuffle)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9264" y="2852928"/>
            <a:ext cx="7717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quiz start, options are shuffled per question so A/B/C/D order differs each attempt. This prevents position-based memorisation of answers.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3346704"/>
            <a:ext cx="844905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2336" y="3456432"/>
            <a:ext cx="457200" cy="4572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9264" y="3419856"/>
            <a:ext cx="7717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Non-Blocking Timer (tk.after)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9264" y="3694176"/>
            <a:ext cx="7717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win.after(1000, tick) schedules the countdown without threads. It updates the label every second and auto-submits at zero — all on the Tkinter main loop.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4187952"/>
            <a:ext cx="844905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F0F4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02336" y="4297680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9264" y="4261104"/>
            <a:ext cx="7717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JEE-Style Question Palette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9264" y="4535424"/>
            <a:ext cx="7717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cells: green (answered), yellow (marked for review), red (visited/skipped), grey (not visited). Clicking any cell jumps directly to that question.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640080"/>
            <a:ext cx="3474720" cy="3474720"/>
          </a:xfrm>
          <a:prstGeom prst="ellipse">
            <a:avLst/>
          </a:prstGeom>
          <a:solidFill>
            <a:srgbClr val="1A7F8E">
              <a:alpha val="25000"/>
            </a:srgbClr>
          </a:solidFill>
          <a:ln w="12700">
            <a:solidFill>
              <a:srgbClr val="1A7F8E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3291840"/>
            <a:ext cx="2743200" cy="2743200"/>
          </a:xfrm>
          <a:prstGeom prst="ellipse">
            <a:avLst/>
          </a:prstGeom>
          <a:solidFill>
            <a:srgbClr val="3BAEC6">
              <a:alpha val="20000"/>
            </a:srgbClr>
          </a:solidFill>
          <a:ln w="12700">
            <a:solidFill>
              <a:srgbClr val="3BAEC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73152" cy="731520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420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10515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and what we learned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536192"/>
            <a:ext cx="73152" cy="475488"/>
          </a:xfrm>
          <a:prstGeom prst="rect">
            <a:avLst/>
          </a:prstGeom>
          <a:solidFill>
            <a:srgbClr val="3BAEC6"/>
          </a:solidFill>
          <a:ln w="12700">
            <a:solidFill>
              <a:srgbClr val="3BAE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5448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desktop quiz app with two roles (Admin + Student)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76272"/>
            <a:ext cx="73152" cy="475488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with 5 tables, foreign keys and CASCADE integrity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816352"/>
            <a:ext cx="73152" cy="475488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83464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JEE-style timed quiz: palette, mark-for-review, auto-submit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456432"/>
            <a:ext cx="73152" cy="47548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47472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import/export via openpyxl for bulk question management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73152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11480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modular code: auth / admin / student / database layers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16752" y="1037844"/>
            <a:ext cx="2651760" cy="3803904"/>
          </a:xfrm>
          <a:prstGeom prst="rect">
            <a:avLst/>
          </a:prstGeom>
          <a:solidFill>
            <a:srgbClr val="1D4D6B"/>
          </a:solidFill>
          <a:ln w="12700">
            <a:solidFill>
              <a:srgbClr val="3BAEC6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99632" y="1060704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 Demonstrated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6208" y="1444752"/>
            <a:ext cx="292608" cy="292608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444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83680" y="146304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OOP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36208" y="1865376"/>
            <a:ext cx="292608" cy="292608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8653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83680" y="188366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36208" y="2286000"/>
            <a:ext cx="292608" cy="292608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583680" y="230428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SQL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36208" y="27066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83680" y="2724912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36208" y="3127248"/>
            <a:ext cx="292608" cy="292608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3127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83680" y="3145536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programming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36208" y="3547872"/>
            <a:ext cx="292608" cy="292608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3547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583680" y="356616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36208" y="3968496"/>
            <a:ext cx="292608" cy="292608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3968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583680" y="398678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36208" y="4389120"/>
            <a:ext cx="292608" cy="292608"/>
          </a:xfrm>
          <a:prstGeom prst="rect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6208" y="4389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83680" y="440740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timer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0" y="4754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3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1507</Words>
  <Application>Microsoft Office PowerPoint</Application>
  <PresentationFormat>On-screen Show (16:9)</PresentationFormat>
  <Paragraphs>272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Quiz Management System</dc:title>
  <dc:subject>PptxGenJS Presentation</dc:subject>
  <dc:creator>PptxGenJS</dc:creator>
  <cp:lastModifiedBy>Vasvi Sood</cp:lastModifiedBy>
  <cp:revision>2</cp:revision>
  <dcterms:created xsi:type="dcterms:W3CDTF">2026-04-22T23:18:58Z</dcterms:created>
  <dcterms:modified xsi:type="dcterms:W3CDTF">2026-04-23T04:13:37Z</dcterms:modified>
</cp:coreProperties>
</file>